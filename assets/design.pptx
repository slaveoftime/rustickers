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6C1D"/>
    <a:srgbClr val="CCAE30"/>
    <a:srgbClr val="FFDA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69" autoAdjust="0"/>
    <p:restoredTop sz="94660"/>
  </p:normalViewPr>
  <p:slideViewPr>
    <p:cSldViewPr snapToGrid="0">
      <p:cViewPr>
        <p:scale>
          <a:sx n="125" d="100"/>
          <a:sy n="125" d="100"/>
        </p:scale>
        <p:origin x="-29" y="8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C0546-1B81-3703-6122-A3105B9EC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127E911-2F41-27BC-568D-64BC3B1B0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04C30E-E2DA-E820-4644-4D5353323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03F3-BEAE-41C1-802E-20F19596411B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9EEE49-04DA-34DE-1D73-56D7FAD60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A8E2D0-2012-EFB1-CA27-50AF39055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18DA-EF61-44EF-B8AF-6D9A075B9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508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FDBEB2-D728-7082-810D-243F55C52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ED507F-235E-60B1-9594-850D7AB17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A18321-2F8C-DB1C-DAC8-CC2423A18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03F3-BEAE-41C1-802E-20F19596411B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5736C7-A8F9-08C8-2CEC-FD38AF19F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626A54-9BDB-5882-34BB-D5F86018D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18DA-EF61-44EF-B8AF-6D9A075B9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9267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E17805-61ED-357F-59F8-A7F7AD9A6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365860-33B6-5B86-DD26-D385FC786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CE8279-1BDA-A30F-D27A-CB5F61250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03F3-BEAE-41C1-802E-20F19596411B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30692C-745A-23D1-057B-66C5F529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B342C9-760A-08EB-0303-587E53B7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18DA-EF61-44EF-B8AF-6D9A075B9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421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8CF9EB-BE3C-1F03-24F9-DBDA69B1B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105A69-28AE-1800-862A-B19D5763E2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241B96-60C1-5D4F-D5C5-275C85E14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0EC00D-B937-8809-E624-9FBACAB2F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03F3-BEAE-41C1-802E-20F19596411B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01C8A7-5D81-81E4-75E7-4AAF7DF52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E39CE1-29AB-E319-3CFE-55B68E866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18DA-EF61-44EF-B8AF-6D9A075B9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67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741FF7-D8FB-CF41-01A9-64B618037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070C40-A124-2419-CC94-41C8CE4A3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C147A5-3986-841A-4808-D7D5D3EAE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8FAA3EE-3B18-25BA-38AE-7A6D885F8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97AB46E-BDE0-2AE7-EB4C-BD203308B6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1ECAF9E-7F86-DA9C-CC86-6352ABC9A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03F3-BEAE-41C1-802E-20F19596411B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8A7396-EA54-32CF-B376-DA124C1AC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F51F2A4-A635-7505-1F1B-0441FFA50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18DA-EF61-44EF-B8AF-6D9A075B9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71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7F1667-3024-D722-F2FF-25F4824F5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7AB878-D8B9-F7A2-8942-43C7DC8F9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03F3-BEAE-41C1-802E-20F19596411B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A209AEE-C686-D6CA-BD18-0F509F788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C24B67-603A-D6E4-B813-074941C67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18DA-EF61-44EF-B8AF-6D9A075B9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1582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7D739DB-61AE-E318-C8E9-6AA5D0ABE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03F3-BEAE-41C1-802E-20F19596411B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EE6D14-A45B-0A90-A000-5031623F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FD73F5-7B8E-D2C5-9ED6-69F3640DB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18DA-EF61-44EF-B8AF-6D9A075B9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372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BCFFDB-2597-FA7D-B089-670E4E680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B98D5-AF78-1C66-279C-A5FD492AF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993534-1A59-87DB-C020-8F061277E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12207E-7F5F-F406-51D6-F973F758E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03F3-BEAE-41C1-802E-20F19596411B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A8AA17-B25E-14F9-4782-15E4830FB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F5C0BC-8E31-E75D-A99F-558A9C958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18DA-EF61-44EF-B8AF-6D9A075B9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040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83722-8ECF-2F7D-20F7-EFF32C959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6105D7-F9CD-8D89-BCE0-C9E8A01E76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BFD05B-5EF5-6640-3AF8-5E3550158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AA5D15-0573-E175-8B07-556D7B67F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03F3-BEAE-41C1-802E-20F19596411B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FCE43F-1DCA-9876-B713-0A58E11BA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DB605D-F7B9-2DF4-E4AD-F22CB71B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18DA-EF61-44EF-B8AF-6D9A075B9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026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B3B68D-FEBB-3C2A-FC02-053A979F7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367EA3-5D64-8D36-CDBE-C8DB7AB87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3EF6D4-ADA0-05BF-FEB1-4EF0D50C3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03F3-BEAE-41C1-802E-20F19596411B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9F6CEE-EE0B-0BE8-D8B7-702A9DF6C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99ED04-5F1C-979E-9319-BD8331753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18DA-EF61-44EF-B8AF-6D9A075B9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715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9E204F-FFFA-EFBD-9B7A-919A9555A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D75FCC-DB58-F622-E7C0-819A1DC6C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1A320C-0F70-FC6C-C588-22AFC6E07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03F3-BEAE-41C1-802E-20F19596411B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0E9F26-78D1-4AE1-F83A-B8C770F5E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2D309C-C4F8-497E-3983-B29E0EBA1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618DA-EF61-44EF-B8AF-6D9A075B9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1B271BC-02B9-AE9F-029F-D177E94DB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2E25D9-AFB1-E6B3-FF2B-336EA9804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492BED-A10B-F025-C1F1-1739AB62B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703F3-BEAE-41C1-802E-20F19596411B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D98712-4920-B065-4CA3-AEAF74FE1E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E82BF2-6CA5-ED79-E302-64DF6D0EA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618DA-EF61-44EF-B8AF-6D9A075B9E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763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E72E053A-B489-10F8-276B-211C3CE927CD}"/>
              </a:ext>
            </a:extLst>
          </p:cNvPr>
          <p:cNvGrpSpPr/>
          <p:nvPr/>
        </p:nvGrpSpPr>
        <p:grpSpPr>
          <a:xfrm>
            <a:off x="2435608" y="430270"/>
            <a:ext cx="5760000" cy="5760000"/>
            <a:chOff x="2435608" y="430270"/>
            <a:chExt cx="5760000" cy="5760000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4EE40DA6-5BFB-55C9-6006-E6BDB444A4ED}"/>
                </a:ext>
              </a:extLst>
            </p:cNvPr>
            <p:cNvGrpSpPr/>
            <p:nvPr/>
          </p:nvGrpSpPr>
          <p:grpSpPr>
            <a:xfrm>
              <a:off x="2615608" y="610270"/>
              <a:ext cx="5400000" cy="5400000"/>
              <a:chOff x="2615608" y="610270"/>
              <a:chExt cx="5400000" cy="5400000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3C1CBBFC-C626-7ADF-9D92-1F21B63FA8B1}"/>
                  </a:ext>
                </a:extLst>
              </p:cNvPr>
              <p:cNvSpPr/>
              <p:nvPr/>
            </p:nvSpPr>
            <p:spPr>
              <a:xfrm>
                <a:off x="2615608" y="610270"/>
                <a:ext cx="5400000" cy="5400000"/>
              </a:xfrm>
              <a:prstGeom prst="rect">
                <a:avLst/>
              </a:prstGeom>
              <a:solidFill>
                <a:srgbClr val="FFD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等腰三角形 5">
                <a:extLst>
                  <a:ext uri="{FF2B5EF4-FFF2-40B4-BE49-F238E27FC236}">
                    <a16:creationId xmlns:a16="http://schemas.microsoft.com/office/drawing/2014/main" id="{1F07F3EE-D139-74CE-9FF1-205CC5D8EB48}"/>
                  </a:ext>
                </a:extLst>
              </p:cNvPr>
              <p:cNvSpPr/>
              <p:nvPr/>
            </p:nvSpPr>
            <p:spPr>
              <a:xfrm rot="18361218">
                <a:off x="4605301" y="3234201"/>
                <a:ext cx="3394905" cy="1767118"/>
              </a:xfrm>
              <a:prstGeom prst="triangle">
                <a:avLst>
                  <a:gd name="adj" fmla="val 50982"/>
                </a:avLst>
              </a:prstGeom>
              <a:solidFill>
                <a:srgbClr val="7F6C1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EAE8325-5C45-932C-DC8E-7DDADEC202F3}"/>
                </a:ext>
              </a:extLst>
            </p:cNvPr>
            <p:cNvSpPr/>
            <p:nvPr/>
          </p:nvSpPr>
          <p:spPr>
            <a:xfrm>
              <a:off x="2435608" y="430270"/>
              <a:ext cx="5760000" cy="576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123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Binwen Wu</dc:creator>
  <cp:lastModifiedBy>Binwen Wu</cp:lastModifiedBy>
  <cp:revision>1</cp:revision>
  <dcterms:created xsi:type="dcterms:W3CDTF">2026-01-20T01:10:47Z</dcterms:created>
  <dcterms:modified xsi:type="dcterms:W3CDTF">2026-01-20T07:19:38Z</dcterms:modified>
</cp:coreProperties>
</file>